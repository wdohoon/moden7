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84" autoAdjust="0"/>
  </p:normalViewPr>
  <p:slideViewPr>
    <p:cSldViewPr>
      <p:cViewPr varScale="1">
        <p:scale>
          <a:sx n="111" d="100"/>
          <a:sy n="111" d="100"/>
        </p:scale>
        <p:origin x="-1662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54A-628C-419F-8C40-944606B3BD6A}" type="datetimeFigureOut">
              <a:rPr lang="ko-KR" altLang="en-US" smtClean="0"/>
              <a:pPr/>
              <a:t>2018-02-06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81B17-3C34-471D-8945-F2098550F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54A-628C-419F-8C40-944606B3BD6A}" type="datetimeFigureOut">
              <a:rPr lang="ko-KR" altLang="en-US" smtClean="0"/>
              <a:pPr/>
              <a:t>2018-02-06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81B17-3C34-471D-8945-F2098550F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54A-628C-419F-8C40-944606B3BD6A}" type="datetimeFigureOut">
              <a:rPr lang="ko-KR" altLang="en-US" smtClean="0"/>
              <a:pPr/>
              <a:t>2018-02-06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81B17-3C34-471D-8945-F2098550F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54A-628C-419F-8C40-944606B3BD6A}" type="datetimeFigureOut">
              <a:rPr lang="ko-KR" altLang="en-US" smtClean="0"/>
              <a:pPr/>
              <a:t>2018-02-06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81B17-3C34-471D-8945-F2098550F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54A-628C-419F-8C40-944606B3BD6A}" type="datetimeFigureOut">
              <a:rPr lang="ko-KR" altLang="en-US" smtClean="0"/>
              <a:pPr/>
              <a:t>2018-02-06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81B17-3C34-471D-8945-F2098550F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54A-628C-419F-8C40-944606B3BD6A}" type="datetimeFigureOut">
              <a:rPr lang="ko-KR" altLang="en-US" smtClean="0"/>
              <a:pPr/>
              <a:t>2018-02-06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81B17-3C34-471D-8945-F2098550F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54A-628C-419F-8C40-944606B3BD6A}" type="datetimeFigureOut">
              <a:rPr lang="ko-KR" altLang="en-US" smtClean="0"/>
              <a:pPr/>
              <a:t>2018-02-06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81B17-3C34-471D-8945-F2098550F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54A-628C-419F-8C40-944606B3BD6A}" type="datetimeFigureOut">
              <a:rPr lang="ko-KR" altLang="en-US" smtClean="0"/>
              <a:pPr/>
              <a:t>2018-02-06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81B17-3C34-471D-8945-F2098550F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54A-628C-419F-8C40-944606B3BD6A}" type="datetimeFigureOut">
              <a:rPr lang="ko-KR" altLang="en-US" smtClean="0"/>
              <a:pPr/>
              <a:t>2018-02-06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81B17-3C34-471D-8945-F2098550F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54A-628C-419F-8C40-944606B3BD6A}" type="datetimeFigureOut">
              <a:rPr lang="ko-KR" altLang="en-US" smtClean="0"/>
              <a:pPr/>
              <a:t>2018-02-06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81B17-3C34-471D-8945-F2098550F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7754A-628C-419F-8C40-944606B3BD6A}" type="datetimeFigureOut">
              <a:rPr lang="ko-KR" altLang="en-US" smtClean="0"/>
              <a:pPr/>
              <a:t>2018-02-06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81B17-3C34-471D-8945-F2098550F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7754A-628C-419F-8C40-944606B3BD6A}" type="datetimeFigureOut">
              <a:rPr lang="ko-KR" altLang="en-US" smtClean="0"/>
              <a:pPr/>
              <a:t>2018-02-06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81B17-3C34-471D-8945-F2098550F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539552" y="963150"/>
            <a:ext cx="8064896" cy="518457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923928" y="1556792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이 사 회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915816" y="620688"/>
            <a:ext cx="3312368" cy="6480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23928" y="2132856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대표이사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923928" y="2708920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총괄임원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923928" y="3789040"/>
            <a:ext cx="1224136" cy="36004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자금시장본부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923928" y="4221088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자금시장 </a:t>
            </a:r>
            <a:r>
              <a:rPr lang="en-US" altLang="ko-KR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1</a:t>
            </a:r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팀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923928" y="4653136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자금시장 </a:t>
            </a:r>
            <a:r>
              <a:rPr lang="en-US" altLang="ko-KR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2</a:t>
            </a:r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팀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372200" y="4221088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err="1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이자율파생팀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372200" y="4653136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외환  </a:t>
            </a:r>
            <a:r>
              <a:rPr lang="ko-KR" altLang="en-US" sz="1300" dirty="0" err="1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파생팀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372200" y="5085184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달러</a:t>
            </a:r>
            <a:r>
              <a:rPr lang="en-US" altLang="ko-KR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DEPO</a:t>
            </a:r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팀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547664" y="5517232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결   재   팀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547664" y="4221088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err="1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경영지원팀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547664" y="4653136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전   </a:t>
            </a:r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산   </a:t>
            </a:r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팀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547664" y="5085184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국 </a:t>
            </a:r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제 </a:t>
            </a:r>
            <a:r>
              <a:rPr lang="en-US" altLang="ko-KR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TF</a:t>
            </a:r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팀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868144" y="2420888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감      사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cxnSp>
        <p:nvCxnSpPr>
          <p:cNvPr id="22" name="직선 연결선 21"/>
          <p:cNvCxnSpPr>
            <a:stCxn id="4" idx="2"/>
            <a:endCxn id="5" idx="0"/>
          </p:cNvCxnSpPr>
          <p:nvPr/>
        </p:nvCxnSpPr>
        <p:spPr>
          <a:xfrm>
            <a:off x="4535996" y="1916832"/>
            <a:ext cx="0" cy="21602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5" idx="2"/>
            <a:endCxn id="7" idx="0"/>
          </p:cNvCxnSpPr>
          <p:nvPr/>
        </p:nvCxnSpPr>
        <p:spPr>
          <a:xfrm>
            <a:off x="4535996" y="2492896"/>
            <a:ext cx="0" cy="21602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7" idx="2"/>
            <a:endCxn id="8" idx="0"/>
          </p:cNvCxnSpPr>
          <p:nvPr/>
        </p:nvCxnSpPr>
        <p:spPr>
          <a:xfrm>
            <a:off x="4535996" y="3068960"/>
            <a:ext cx="0" cy="72008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/>
          <p:nvPr/>
        </p:nvCxnSpPr>
        <p:spPr>
          <a:xfrm rot="16200000" flipH="1">
            <a:off x="5328084" y="2348880"/>
            <a:ext cx="864096" cy="2448272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/>
          <p:nvPr/>
        </p:nvCxnSpPr>
        <p:spPr>
          <a:xfrm rot="5400000">
            <a:off x="2915816" y="2384883"/>
            <a:ext cx="864096" cy="2376264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34449" y="747126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latin typeface="HY견명조" pitchFamily="18" charset="-127"/>
                <a:ea typeface="HY견명조" pitchFamily="18" charset="-127"/>
              </a:rPr>
              <a:t>KIDB </a:t>
            </a:r>
            <a:r>
              <a:rPr lang="ko-KR" altLang="en-US" b="1" dirty="0" smtClean="0">
                <a:latin typeface="HY견명조" pitchFamily="18" charset="-127"/>
                <a:ea typeface="HY견명조" pitchFamily="18" charset="-127"/>
              </a:rPr>
              <a:t>자금중개㈜ 조직도</a:t>
            </a:r>
            <a:endParaRPr lang="ko-KR" altLang="en-US" b="1" dirty="0"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868144" y="3068960"/>
            <a:ext cx="122413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준법감시인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cxnSp>
        <p:nvCxnSpPr>
          <p:cNvPr id="30" name="Shape 29"/>
          <p:cNvCxnSpPr/>
          <p:nvPr/>
        </p:nvCxnSpPr>
        <p:spPr>
          <a:xfrm>
            <a:off x="4546363" y="2623559"/>
            <a:ext cx="1321781" cy="625421"/>
          </a:xfrm>
          <a:prstGeom prst="bentConnector3">
            <a:avLst>
              <a:gd name="adj1" fmla="val 69397"/>
            </a:avLst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6372200" y="3789040"/>
            <a:ext cx="1224136" cy="36004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파생시장본부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547664" y="3789040"/>
            <a:ext cx="1224136" cy="36004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경영</a:t>
            </a:r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지원</a:t>
            </a:r>
            <a:r>
              <a:rPr lang="ko-KR" altLang="en-US" sz="1300" dirty="0" smtClean="0">
                <a:solidFill>
                  <a:schemeClr val="tx1"/>
                </a:solidFill>
                <a:latin typeface="HY견명조" pitchFamily="18" charset="-127"/>
                <a:ea typeface="HY견명조" pitchFamily="18" charset="-127"/>
              </a:rPr>
              <a:t>본부</a:t>
            </a:r>
            <a:endParaRPr lang="ko-KR" altLang="en-US" sz="1300" dirty="0">
              <a:solidFill>
                <a:schemeClr val="tx1"/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38</Words>
  <Application>Microsoft Office PowerPoint</Application>
  <PresentationFormat>화면 슬라이드 쇼(4:3)</PresentationFormat>
  <Paragraphs>18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KIMB</dc:creator>
  <cp:lastModifiedBy>KIMB</cp:lastModifiedBy>
  <cp:revision>13</cp:revision>
  <dcterms:created xsi:type="dcterms:W3CDTF">2015-01-07T00:45:10Z</dcterms:created>
  <dcterms:modified xsi:type="dcterms:W3CDTF">2018-02-06T01:34:38Z</dcterms:modified>
</cp:coreProperties>
</file>